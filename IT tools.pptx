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CC2D87-786E-4F4B-8C62-36E7AB3B6625}"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28888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CC2D87-786E-4F4B-8C62-36E7AB3B6625}"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4131582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DCC2D87-786E-4F4B-8C62-36E7AB3B6625}"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649191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3758838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CC2D87-786E-4F4B-8C62-36E7AB3B6625}" type="datetimeFigureOut">
              <a:rPr lang="en-US" smtClean="0"/>
              <a:t>3/7/2022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259203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CC2D87-786E-4F4B-8C62-36E7AB3B6625}" type="datetimeFigureOut">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810437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CDCC2D87-786E-4F4B-8C62-36E7AB3B6625}" type="datetimeFigureOut">
              <a:rPr lang="en-US" smtClean="0"/>
              <a:t>3/7/2022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34713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845440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568638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648606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1610218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8E5F74F7-9267-48D0-98F4-3F10F9BF0D5E}"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91765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CC2D87-786E-4F4B-8C62-36E7AB3B6625}"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570697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DCC2D87-786E-4F4B-8C62-36E7AB3B6625}" type="datetimeFigureOut">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815435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DCC2D87-786E-4F4B-8C62-36E7AB3B6625}" type="datetimeFigureOut">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2149583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CC2D87-786E-4F4B-8C62-36E7AB3B6625}"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5F74F7-9267-48D0-98F4-3F10F9BF0D5E}" type="slidenum">
              <a:rPr lang="en-US" smtClean="0"/>
              <a:t>‹#›</a:t>
            </a:fld>
            <a:endParaRPr lang="en-US"/>
          </a:p>
        </p:txBody>
      </p:sp>
    </p:spTree>
    <p:extLst>
      <p:ext uri="{BB962C8B-B14F-4D97-AF65-F5344CB8AC3E}">
        <p14:creationId xmlns:p14="http://schemas.microsoft.com/office/powerpoint/2010/main" val="3247200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CDCC2D87-786E-4F4B-8C62-36E7AB3B6625}" type="datetimeFigureOut">
              <a:rPr lang="en-US" smtClean="0"/>
              <a:t>3/7/2022</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8E5F74F7-9267-48D0-98F4-3F10F9BF0D5E}" type="slidenum">
              <a:rPr lang="en-US" smtClean="0"/>
              <a:t>‹#›</a:t>
            </a:fld>
            <a:endParaRPr lang="en-US"/>
          </a:p>
        </p:txBody>
      </p:sp>
    </p:spTree>
    <p:extLst>
      <p:ext uri="{BB962C8B-B14F-4D97-AF65-F5344CB8AC3E}">
        <p14:creationId xmlns:p14="http://schemas.microsoft.com/office/powerpoint/2010/main" val="326702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DCC2D87-786E-4F4B-8C62-36E7AB3B6625}" type="datetimeFigureOut">
              <a:rPr lang="en-US" smtClean="0"/>
              <a:t>3/7/2022</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8E5F74F7-9267-48D0-98F4-3F10F9BF0D5E}" type="slidenum">
              <a:rPr lang="en-US" smtClean="0"/>
              <a:t>‹#›</a:t>
            </a:fld>
            <a:endParaRPr lang="en-US"/>
          </a:p>
        </p:txBody>
      </p:sp>
    </p:spTree>
    <p:extLst>
      <p:ext uri="{BB962C8B-B14F-4D97-AF65-F5344CB8AC3E}">
        <p14:creationId xmlns:p14="http://schemas.microsoft.com/office/powerpoint/2010/main" val="3767616658"/>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EBEF-0ABC-4F87-959E-7D33D7D37952}"/>
              </a:ext>
            </a:extLst>
          </p:cNvPr>
          <p:cNvSpPr>
            <a:spLocks noGrp="1"/>
          </p:cNvSpPr>
          <p:nvPr>
            <p:ph type="ctrTitle"/>
          </p:nvPr>
        </p:nvSpPr>
        <p:spPr>
          <a:xfrm>
            <a:off x="387359" y="2463961"/>
            <a:ext cx="8144134" cy="1373070"/>
          </a:xfrm>
        </p:spPr>
        <p:txBody>
          <a:bodyPr/>
          <a:lstStyle/>
          <a:p>
            <a:pPr algn="ctr"/>
            <a:r>
              <a:rPr lang="en-US" dirty="0"/>
              <a:t>Google Slides</a:t>
            </a:r>
          </a:p>
        </p:txBody>
      </p:sp>
      <p:sp>
        <p:nvSpPr>
          <p:cNvPr id="3" name="Subtitle 2">
            <a:extLst>
              <a:ext uri="{FF2B5EF4-FFF2-40B4-BE49-F238E27FC236}">
                <a16:creationId xmlns:a16="http://schemas.microsoft.com/office/drawing/2014/main" id="{E9FB6789-2832-47AF-A5A8-B8DD7D6FF361}"/>
              </a:ext>
            </a:extLst>
          </p:cNvPr>
          <p:cNvSpPr>
            <a:spLocks noGrp="1"/>
          </p:cNvSpPr>
          <p:nvPr>
            <p:ph type="subTitle" idx="1"/>
          </p:nvPr>
        </p:nvSpPr>
        <p:spPr>
          <a:xfrm>
            <a:off x="3654341" y="4678124"/>
            <a:ext cx="8374902" cy="1447468"/>
          </a:xfrm>
        </p:spPr>
        <p:txBody>
          <a:bodyPr>
            <a:normAutofit/>
          </a:bodyPr>
          <a:lstStyle/>
          <a:p>
            <a:pPr algn="l"/>
            <a:r>
              <a:rPr lang="en-US" dirty="0"/>
              <a:t>                                                                            </a:t>
            </a:r>
            <a:r>
              <a:rPr lang="en-US" dirty="0" err="1"/>
              <a:t>Yojas</a:t>
            </a:r>
            <a:r>
              <a:rPr lang="en-US" dirty="0"/>
              <a:t> Sudhir </a:t>
            </a:r>
            <a:r>
              <a:rPr lang="en-US" dirty="0" err="1"/>
              <a:t>Shetye</a:t>
            </a:r>
            <a:endParaRPr lang="en-US" dirty="0"/>
          </a:p>
          <a:p>
            <a:pPr algn="l"/>
            <a:r>
              <a:rPr lang="en-US" dirty="0"/>
              <a:t>                                                                            FYIT  </a:t>
            </a:r>
          </a:p>
          <a:p>
            <a:pPr algn="l"/>
            <a:r>
              <a:rPr lang="en-US" dirty="0"/>
              <a:t>                                                                            </a:t>
            </a:r>
            <a:r>
              <a:rPr lang="en-US" dirty="0" err="1"/>
              <a:t>Roll_no</a:t>
            </a:r>
            <a:r>
              <a:rPr lang="en-US" dirty="0"/>
              <a:t> = 137</a:t>
            </a:r>
          </a:p>
        </p:txBody>
      </p:sp>
    </p:spTree>
    <p:extLst>
      <p:ext uri="{BB962C8B-B14F-4D97-AF65-F5344CB8AC3E}">
        <p14:creationId xmlns:p14="http://schemas.microsoft.com/office/powerpoint/2010/main" val="723939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DA7EC-C1C6-4B58-96E9-74C3EA8A4FCA}"/>
              </a:ext>
            </a:extLst>
          </p:cNvPr>
          <p:cNvSpPr>
            <a:spLocks noGrp="1"/>
          </p:cNvSpPr>
          <p:nvPr>
            <p:ph type="title"/>
          </p:nvPr>
        </p:nvSpPr>
        <p:spPr/>
        <p:txBody>
          <a:bodyPr/>
          <a:lstStyle/>
          <a:p>
            <a:r>
              <a:rPr lang="en-US" dirty="0"/>
              <a:t>Key points-</a:t>
            </a:r>
          </a:p>
        </p:txBody>
      </p:sp>
      <p:sp>
        <p:nvSpPr>
          <p:cNvPr id="3" name="Content Placeholder 2">
            <a:extLst>
              <a:ext uri="{FF2B5EF4-FFF2-40B4-BE49-F238E27FC236}">
                <a16:creationId xmlns:a16="http://schemas.microsoft.com/office/drawing/2014/main" id="{796CD46E-5DFF-4500-8839-8549308EF4A1}"/>
              </a:ext>
            </a:extLst>
          </p:cNvPr>
          <p:cNvSpPr>
            <a:spLocks noGrp="1"/>
          </p:cNvSpPr>
          <p:nvPr>
            <p:ph idx="1"/>
          </p:nvPr>
        </p:nvSpPr>
        <p:spPr/>
        <p:txBody>
          <a:bodyPr/>
          <a:lstStyle/>
          <a:p>
            <a:r>
              <a:rPr lang="en-US" dirty="0"/>
              <a:t>Introduction </a:t>
            </a:r>
          </a:p>
          <a:p>
            <a:r>
              <a:rPr lang="en-US" dirty="0"/>
              <a:t>Working </a:t>
            </a:r>
          </a:p>
          <a:p>
            <a:r>
              <a:rPr lang="en-US" dirty="0"/>
              <a:t>Usage</a:t>
            </a:r>
          </a:p>
          <a:p>
            <a:r>
              <a:rPr lang="en-US" dirty="0"/>
              <a:t>Features</a:t>
            </a:r>
          </a:p>
          <a:p>
            <a:endParaRPr lang="en-US" dirty="0"/>
          </a:p>
        </p:txBody>
      </p:sp>
    </p:spTree>
    <p:extLst>
      <p:ext uri="{BB962C8B-B14F-4D97-AF65-F5344CB8AC3E}">
        <p14:creationId xmlns:p14="http://schemas.microsoft.com/office/powerpoint/2010/main" val="289826006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4E45-B072-4621-8173-BC20ED80B056}"/>
              </a:ext>
            </a:extLst>
          </p:cNvPr>
          <p:cNvSpPr>
            <a:spLocks noGrp="1"/>
          </p:cNvSpPr>
          <p:nvPr>
            <p:ph type="title"/>
          </p:nvPr>
        </p:nvSpPr>
        <p:spPr/>
        <p:txBody>
          <a:bodyPr/>
          <a:lstStyle/>
          <a:p>
            <a:r>
              <a:rPr lang="en-US" dirty="0"/>
              <a:t>1) Introduction </a:t>
            </a:r>
          </a:p>
        </p:txBody>
      </p:sp>
      <p:sp>
        <p:nvSpPr>
          <p:cNvPr id="9" name="Text Placeholder 8">
            <a:extLst>
              <a:ext uri="{FF2B5EF4-FFF2-40B4-BE49-F238E27FC236}">
                <a16:creationId xmlns:a16="http://schemas.microsoft.com/office/drawing/2014/main" id="{BCC3685F-9DDB-49AD-9293-0D9FA6D65FA2}"/>
              </a:ext>
            </a:extLst>
          </p:cNvPr>
          <p:cNvSpPr>
            <a:spLocks noGrp="1"/>
          </p:cNvSpPr>
          <p:nvPr>
            <p:ph type="body" sz="half" idx="2"/>
          </p:nvPr>
        </p:nvSpPr>
        <p:spPr>
          <a:xfrm>
            <a:off x="680321" y="1895384"/>
            <a:ext cx="6258756" cy="4522245"/>
          </a:xfrm>
        </p:spPr>
        <p:txBody>
          <a:bodyPr>
            <a:normAutofit/>
          </a:bodyPr>
          <a:lstStyle/>
          <a:p>
            <a:pPr marL="285750" indent="-285750">
              <a:lnSpc>
                <a:spcPct val="100000"/>
              </a:lnSpc>
              <a:buFont typeface="Arial" panose="020B0604020202020204" pitchFamily="34" charset="0"/>
              <a:buChar char="•"/>
            </a:pPr>
            <a:r>
              <a:rPr lang="en-US" sz="1800" b="1" dirty="0"/>
              <a:t>Google Slides</a:t>
            </a:r>
            <a:r>
              <a:rPr lang="en-US" sz="1800" dirty="0"/>
              <a:t> is a presentation program included as part of the </a:t>
            </a:r>
            <a:r>
              <a:rPr lang="en-US" sz="1800" dirty="0" err="1"/>
              <a:t>free,web</a:t>
            </a:r>
            <a:r>
              <a:rPr lang="en-US" sz="1800" dirty="0"/>
              <a:t>-based Google Docs Editors suite offered by Google. </a:t>
            </a:r>
          </a:p>
          <a:p>
            <a:pPr marL="285750" indent="-285750">
              <a:lnSpc>
                <a:spcPct val="100000"/>
              </a:lnSpc>
              <a:buFont typeface="Arial" panose="020B0604020202020204" pitchFamily="34" charset="0"/>
              <a:buChar char="•"/>
            </a:pPr>
            <a:r>
              <a:rPr lang="en-US" sz="1800" dirty="0"/>
              <a:t>The app allows users to create and edit files online while collaborating with other users in real-time. </a:t>
            </a:r>
          </a:p>
          <a:p>
            <a:pPr marL="285750" indent="-285750">
              <a:lnSpc>
                <a:spcPct val="100000"/>
              </a:lnSpc>
              <a:buFont typeface="Arial" panose="020B0604020202020204" pitchFamily="34" charset="0"/>
              <a:buChar char="•"/>
            </a:pPr>
            <a:r>
              <a:rPr lang="en-US" sz="1800" dirty="0"/>
              <a:t>An editor's position is highlighted with an editor-specific color and cursor and a permissions system regulates what users can do. Updates have introduced features using machine learning, including "Explore", offering suggested layouts and images for presentations, and "Action items", allowing users to assign tasks to other users</a:t>
            </a:r>
          </a:p>
        </p:txBody>
      </p:sp>
      <p:pic>
        <p:nvPicPr>
          <p:cNvPr id="1026" name="Picture 2" descr="Add music to your Google Slides easily: The Ultimate Guide">
            <a:extLst>
              <a:ext uri="{FF2B5EF4-FFF2-40B4-BE49-F238E27FC236}">
                <a16:creationId xmlns:a16="http://schemas.microsoft.com/office/drawing/2014/main" id="{BC4E8334-356F-41D1-9070-F8FD833BDB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21538" y="2724293"/>
            <a:ext cx="2857500" cy="275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36842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61990-7206-47D7-910A-ACFB9AA75D67}"/>
              </a:ext>
            </a:extLst>
          </p:cNvPr>
          <p:cNvSpPr>
            <a:spLocks noGrp="1"/>
          </p:cNvSpPr>
          <p:nvPr>
            <p:ph type="title"/>
          </p:nvPr>
        </p:nvSpPr>
        <p:spPr/>
        <p:txBody>
          <a:bodyPr/>
          <a:lstStyle/>
          <a:p>
            <a:r>
              <a:rPr lang="en-US" dirty="0"/>
              <a:t>2) Working </a:t>
            </a:r>
          </a:p>
        </p:txBody>
      </p:sp>
      <p:sp>
        <p:nvSpPr>
          <p:cNvPr id="4" name="Text Placeholder 3">
            <a:extLst>
              <a:ext uri="{FF2B5EF4-FFF2-40B4-BE49-F238E27FC236}">
                <a16:creationId xmlns:a16="http://schemas.microsoft.com/office/drawing/2014/main" id="{B65CDEB3-399E-4D7B-9779-50F249858A93}"/>
              </a:ext>
            </a:extLst>
          </p:cNvPr>
          <p:cNvSpPr>
            <a:spLocks noGrp="1"/>
          </p:cNvSpPr>
          <p:nvPr>
            <p:ph type="body" sz="half" idx="2"/>
          </p:nvPr>
        </p:nvSpPr>
        <p:spPr>
          <a:xfrm>
            <a:off x="236438" y="2150439"/>
            <a:ext cx="5036898" cy="4152705"/>
          </a:xfrm>
        </p:spPr>
        <p:txBody>
          <a:bodyPr>
            <a:normAutofit/>
          </a:bodyPr>
          <a:lstStyle/>
          <a:p>
            <a:pPr lvl="0" eaLnBrk="0" fontAlgn="base" hangingPunct="0">
              <a:lnSpc>
                <a:spcPct val="100000"/>
              </a:lnSpc>
              <a:spcBef>
                <a:spcPct val="0"/>
              </a:spcBef>
              <a:spcAft>
                <a:spcPct val="0"/>
              </a:spcAft>
            </a:pPr>
            <a:r>
              <a:rPr lang="en-US" altLang="en-US" sz="1800" dirty="0">
                <a:latin typeface="Google Sans Text"/>
              </a:rPr>
              <a:t>1. To create a new presentation:</a:t>
            </a:r>
            <a:endParaRPr lang="en-US" altLang="en-US" sz="1800" dirty="0"/>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sz="1800" dirty="0">
                <a:latin typeface="Google Sans Text"/>
              </a:rPr>
              <a:t>Open the Slides home screen at slides.google.com.</a:t>
            </a: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sz="1800" dirty="0">
                <a:latin typeface="Google Sans Text"/>
              </a:rPr>
              <a:t>In the top left, under "Start a new presentation," click New  ‘+’ . This will create and open your new presentation.</a:t>
            </a:r>
          </a:p>
          <a:p>
            <a:pPr marL="285750" lvl="0" indent="-285750" eaLnBrk="0" fontAlgn="base" hangingPunct="0">
              <a:lnSpc>
                <a:spcPct val="100000"/>
              </a:lnSpc>
              <a:spcBef>
                <a:spcPct val="0"/>
              </a:spcBef>
              <a:spcAft>
                <a:spcPct val="0"/>
              </a:spcAft>
              <a:buFont typeface="Arial" panose="020B0604020202020204" pitchFamily="34" charset="0"/>
              <a:buChar char="•"/>
            </a:pPr>
            <a:endParaRPr lang="en-US" altLang="en-US" sz="1800" dirty="0">
              <a:latin typeface="Google Sans Text"/>
            </a:endParaRPr>
          </a:p>
          <a:p>
            <a:pPr marL="342900" lvl="0" indent="-342900" eaLnBrk="0" fontAlgn="base" hangingPunct="0">
              <a:lnSpc>
                <a:spcPct val="100000"/>
              </a:lnSpc>
              <a:spcBef>
                <a:spcPct val="0"/>
              </a:spcBef>
              <a:spcAft>
                <a:spcPct val="0"/>
              </a:spcAft>
              <a:buAutoNum type="arabicPeriod" startAt="2"/>
            </a:pPr>
            <a:r>
              <a:rPr lang="en-US" altLang="en-US" sz="1800" dirty="0">
                <a:latin typeface="Google Sans Text"/>
              </a:rPr>
              <a:t>Edit and format presentation:</a:t>
            </a:r>
            <a:endParaRPr lang="en-US" altLang="en-US" sz="1800" dirty="0">
              <a:solidFill>
                <a:srgbClr val="1F1F1F"/>
              </a:solidFill>
              <a:latin typeface="Google Sans Text"/>
            </a:endParaRPr>
          </a:p>
          <a:p>
            <a:pPr lvl="0" eaLnBrk="0" fontAlgn="base" hangingPunct="0">
              <a:lnSpc>
                <a:spcPct val="100000"/>
              </a:lnSpc>
              <a:spcBef>
                <a:spcPct val="0"/>
              </a:spcBef>
              <a:spcAft>
                <a:spcPct val="0"/>
              </a:spcAft>
            </a:pPr>
            <a:endParaRPr lang="en-US" sz="1800" dirty="0">
              <a:solidFill>
                <a:srgbClr val="1F1F1F"/>
              </a:solidFill>
              <a:latin typeface="Google Sans Text"/>
            </a:endParaRPr>
          </a:p>
          <a:p>
            <a:pPr lvl="0" eaLnBrk="0" fontAlgn="base" hangingPunct="0">
              <a:lnSpc>
                <a:spcPct val="100000"/>
              </a:lnSpc>
              <a:spcBef>
                <a:spcPct val="0"/>
              </a:spcBef>
              <a:spcAft>
                <a:spcPct val="0"/>
              </a:spcAft>
            </a:pPr>
            <a:r>
              <a:rPr lang="en-US" sz="1800" dirty="0"/>
              <a:t>3. You can share files and folders with people and choose whether they can view, edit, or comment on them.</a:t>
            </a:r>
          </a:p>
        </p:txBody>
      </p:sp>
      <p:pic>
        <p:nvPicPr>
          <p:cNvPr id="2050" name="Picture 2" descr="Add">
            <a:extLst>
              <a:ext uri="{FF2B5EF4-FFF2-40B4-BE49-F238E27FC236}">
                <a16:creationId xmlns:a16="http://schemas.microsoft.com/office/drawing/2014/main" id="{5FF0FC81-96D9-42A1-A775-69770C3B6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100" y="30163"/>
            <a:ext cx="171450" cy="1714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to Use Google Slides Offline (When the Internet is Down)">
            <a:extLst>
              <a:ext uri="{FF2B5EF4-FFF2-40B4-BE49-F238E27FC236}">
                <a16:creationId xmlns:a16="http://schemas.microsoft.com/office/drawing/2014/main" id="{AB4B31F9-7D91-427E-964A-12E50A9310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273336" y="2038800"/>
            <a:ext cx="6939914" cy="4065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862483"/>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0EA4-5320-41C2-8893-C1F71FEB0074}"/>
              </a:ext>
            </a:extLst>
          </p:cNvPr>
          <p:cNvSpPr>
            <a:spLocks noGrp="1"/>
          </p:cNvSpPr>
          <p:nvPr>
            <p:ph type="title"/>
          </p:nvPr>
        </p:nvSpPr>
        <p:spPr/>
        <p:txBody>
          <a:bodyPr/>
          <a:lstStyle/>
          <a:p>
            <a:r>
              <a:rPr lang="en-US" dirty="0"/>
              <a:t>3) Use</a:t>
            </a:r>
          </a:p>
        </p:txBody>
      </p:sp>
      <p:sp>
        <p:nvSpPr>
          <p:cNvPr id="4" name="Text Placeholder 3">
            <a:extLst>
              <a:ext uri="{FF2B5EF4-FFF2-40B4-BE49-F238E27FC236}">
                <a16:creationId xmlns:a16="http://schemas.microsoft.com/office/drawing/2014/main" id="{6661A2D4-016B-43A3-A6C3-D26397497A11}"/>
              </a:ext>
            </a:extLst>
          </p:cNvPr>
          <p:cNvSpPr>
            <a:spLocks noGrp="1"/>
          </p:cNvSpPr>
          <p:nvPr>
            <p:ph type="body" sz="half" idx="2"/>
          </p:nvPr>
        </p:nvSpPr>
        <p:spPr>
          <a:xfrm>
            <a:off x="680321" y="2183907"/>
            <a:ext cx="11295656" cy="4308251"/>
          </a:xfrm>
        </p:spPr>
        <p:txBody>
          <a:bodyPr/>
          <a:lstStyle/>
          <a:p>
            <a:pPr marL="285750" indent="-285750">
              <a:buFont typeface="Arial" panose="020B0604020202020204" pitchFamily="34" charset="0"/>
              <a:buChar char="•"/>
            </a:pPr>
            <a:r>
              <a:rPr lang="en-US" dirty="0"/>
              <a:t>By using google slides we can even publish presentations on the web.</a:t>
            </a:r>
          </a:p>
          <a:p>
            <a:pPr marL="285750" indent="-285750">
              <a:buFont typeface="Arial" panose="020B0604020202020204" pitchFamily="34" charset="0"/>
              <a:buChar char="•"/>
            </a:pPr>
            <a:r>
              <a:rPr lang="en-US" dirty="0"/>
              <a:t>To run google slides in offline mode, you have to install Google Docs Offline, a chrome extension that allows users to use google slides in offline mode.</a:t>
            </a:r>
          </a:p>
          <a:p>
            <a:pPr marL="285750" indent="-285750">
              <a:buFont typeface="Arial" panose="020B0604020202020204" pitchFamily="34" charset="0"/>
              <a:buChar char="•"/>
            </a:pPr>
            <a:r>
              <a:rPr lang="en-US" dirty="0"/>
              <a:t>The Google Slides app is available free of charge to individuals but also as part of Google's </a:t>
            </a:r>
            <a:r>
              <a:rPr lang="en-US" dirty="0" err="1"/>
              <a:t>GSuite</a:t>
            </a:r>
            <a:r>
              <a:rPr lang="en-US" dirty="0"/>
              <a:t> business center program, a monthly subscription that provides additional business-oriented features.</a:t>
            </a:r>
          </a:p>
          <a:p>
            <a:pPr marL="285750" indent="-285750">
              <a:buFont typeface="Arial" panose="020B0604020202020204" pitchFamily="34" charset="0"/>
              <a:buChar char="•"/>
            </a:pPr>
            <a:r>
              <a:rPr lang="en-US" dirty="0"/>
              <a:t>It is available in 83 languages.</a:t>
            </a:r>
          </a:p>
          <a:p>
            <a:pPr marL="285750" indent="-285750">
              <a:buFont typeface="Arial" panose="020B0604020202020204" pitchFamily="34" charset="0"/>
              <a:buChar char="•"/>
            </a:pPr>
            <a:r>
              <a:rPr lang="en-US" dirty="0"/>
              <a:t>google slides automatically save the files and give the name 'untitled presentations' so that when you open google slide you will get them back.</a:t>
            </a:r>
          </a:p>
          <a:p>
            <a:pPr marL="285750" indent="-285750">
              <a:buFont typeface="Arial" panose="020B0604020202020204" pitchFamily="34" charset="0"/>
              <a:buChar char="•"/>
            </a:pPr>
            <a:r>
              <a:rPr lang="en-US" dirty="0"/>
              <a:t>Google Slide provides seamless integration with google font.</a:t>
            </a:r>
          </a:p>
          <a:p>
            <a:pPr marL="285750" indent="-285750">
              <a:buFont typeface="Arial" panose="020B0604020202020204" pitchFamily="34" charset="0"/>
              <a:buChar char="•"/>
            </a:pPr>
            <a:r>
              <a:rPr lang="en-US" dirty="0"/>
              <a:t>Google Slide has voice typing features and you can use it for typing on the slides while speaking</a:t>
            </a:r>
          </a:p>
          <a:p>
            <a:endParaRPr lang="en-US" dirty="0"/>
          </a:p>
        </p:txBody>
      </p:sp>
    </p:spTree>
    <p:extLst>
      <p:ext uri="{BB962C8B-B14F-4D97-AF65-F5344CB8AC3E}">
        <p14:creationId xmlns:p14="http://schemas.microsoft.com/office/powerpoint/2010/main" val="1764240237"/>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422BB-29EC-49A0-9557-45D37EED5F9B}"/>
              </a:ext>
            </a:extLst>
          </p:cNvPr>
          <p:cNvSpPr>
            <a:spLocks noGrp="1"/>
          </p:cNvSpPr>
          <p:nvPr>
            <p:ph type="title"/>
          </p:nvPr>
        </p:nvSpPr>
        <p:spPr/>
        <p:txBody>
          <a:bodyPr/>
          <a:lstStyle/>
          <a:p>
            <a:r>
              <a:rPr lang="en-US" dirty="0"/>
              <a:t>4) Features</a:t>
            </a:r>
          </a:p>
        </p:txBody>
      </p:sp>
      <p:sp>
        <p:nvSpPr>
          <p:cNvPr id="4" name="Text Placeholder 3">
            <a:extLst>
              <a:ext uri="{FF2B5EF4-FFF2-40B4-BE49-F238E27FC236}">
                <a16:creationId xmlns:a16="http://schemas.microsoft.com/office/drawing/2014/main" id="{7EAD1340-27F6-4580-997A-F53056460A5F}"/>
              </a:ext>
            </a:extLst>
          </p:cNvPr>
          <p:cNvSpPr>
            <a:spLocks noGrp="1"/>
          </p:cNvSpPr>
          <p:nvPr>
            <p:ph type="body" sz="half" idx="2"/>
          </p:nvPr>
        </p:nvSpPr>
        <p:spPr>
          <a:xfrm>
            <a:off x="76639" y="2032988"/>
            <a:ext cx="11206880" cy="4731796"/>
          </a:xfrm>
        </p:spPr>
        <p:txBody>
          <a:bodyPr>
            <a:normAutofit fontScale="55000" lnSpcReduction="20000"/>
          </a:bodyPr>
          <a:lstStyle/>
          <a:p>
            <a:r>
              <a:rPr lang="en-US" sz="3100" dirty="0"/>
              <a:t>1)_Features</a:t>
            </a:r>
          </a:p>
          <a:p>
            <a:r>
              <a:rPr lang="en-US" sz="3100" dirty="0"/>
              <a:t>Slides serves as a collaborative tool for cooperative editing of presentations in real-time. Presentations can be shared, opened, and edited by multiple users simultaneously and users are able to see slide-by-slide and character-by-character changes as other collaborators make edits. Changes are automatically saved to Google's servers.</a:t>
            </a:r>
          </a:p>
          <a:p>
            <a:r>
              <a:rPr lang="en-US" sz="3100" dirty="0"/>
              <a:t>An editor's current position is represented with an editor-specific color/cursor, so if another editor happens to be viewing the same slide, they can see edits as they occur. A sidebar chat functionality allows collaborators to discuss edits. The revision history allows users to see the additions made to a document, with each author distinguished by color. Only adjacent revisions can be compared, and users cannot control how frequently revisions are saved.</a:t>
            </a:r>
          </a:p>
          <a:p>
            <a:r>
              <a:rPr lang="en-US" sz="3100" b="1" dirty="0"/>
              <a:t>2)_Action items</a:t>
            </a:r>
          </a:p>
          <a:p>
            <a:r>
              <a:rPr lang="en-US" sz="3100" dirty="0"/>
              <a:t>In October 2016, Google announced the addition of "action items" to Slides. If a user writes the name of a person the presentation is shared within a comment, the service will intelligently assign that action to the person. Google states this will make it easier for other collaborators to see who is responsible for individual tasks. When a user visits Google Sheets or any of the other Google Drive applications, any files with tasks assigned to them will be highlighted with a badge.</a:t>
            </a:r>
          </a:p>
          <a:p>
            <a:r>
              <a:rPr lang="en-US" sz="3100" b="1" dirty="0"/>
              <a:t>3)_Offline editing</a:t>
            </a:r>
          </a:p>
          <a:p>
            <a:r>
              <a:rPr lang="en-US" sz="3100" dirty="0"/>
              <a:t>In order to view and edit presentations offline, users need to be using the Google Chrome web browser. A Chrome extension, </a:t>
            </a:r>
            <a:r>
              <a:rPr lang="en-US" sz="3100" i="1" dirty="0"/>
              <a:t>Google Docs Offline</a:t>
            </a:r>
            <a:r>
              <a:rPr lang="en-US" sz="3100" dirty="0"/>
              <a:t>, allows users to enable offline support for Slides files on the Google Drive website.</a:t>
            </a:r>
            <a:r>
              <a:rPr lang="en-US" sz="3100" baseline="30000" dirty="0"/>
              <a:t> </a:t>
            </a:r>
            <a:r>
              <a:rPr lang="en-US" sz="3100" dirty="0"/>
              <a:t>The Android and iOS apps natively support offline editing.</a:t>
            </a:r>
          </a:p>
          <a:p>
            <a:endParaRPr lang="en-US" dirty="0"/>
          </a:p>
        </p:txBody>
      </p:sp>
    </p:spTree>
    <p:extLst>
      <p:ext uri="{BB962C8B-B14F-4D97-AF65-F5344CB8AC3E}">
        <p14:creationId xmlns:p14="http://schemas.microsoft.com/office/powerpoint/2010/main" val="32568456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66F8-F4CD-43CB-BE2C-878756BE6DDD}"/>
              </a:ext>
            </a:extLst>
          </p:cNvPr>
          <p:cNvSpPr>
            <a:spLocks noGrp="1"/>
          </p:cNvSpPr>
          <p:nvPr>
            <p:ph type="title"/>
          </p:nvPr>
        </p:nvSpPr>
        <p:spPr/>
        <p:txBody>
          <a:bodyPr/>
          <a:lstStyle/>
          <a:p>
            <a:r>
              <a:rPr lang="en-US" dirty="0"/>
              <a:t>5) Additional Features </a:t>
            </a:r>
          </a:p>
        </p:txBody>
      </p:sp>
      <p:sp>
        <p:nvSpPr>
          <p:cNvPr id="4" name="Text Placeholder 3">
            <a:extLst>
              <a:ext uri="{FF2B5EF4-FFF2-40B4-BE49-F238E27FC236}">
                <a16:creationId xmlns:a16="http://schemas.microsoft.com/office/drawing/2014/main" id="{E7FC1C14-6875-4EDC-A1DA-E8D41A875F97}"/>
              </a:ext>
            </a:extLst>
          </p:cNvPr>
          <p:cNvSpPr>
            <a:spLocks noGrp="1"/>
          </p:cNvSpPr>
          <p:nvPr>
            <p:ph type="body" sz="half" idx="2"/>
          </p:nvPr>
        </p:nvSpPr>
        <p:spPr>
          <a:xfrm>
            <a:off x="680321" y="2336872"/>
            <a:ext cx="10905037" cy="4250359"/>
          </a:xfrm>
        </p:spPr>
        <p:txBody>
          <a:bodyPr/>
          <a:lstStyle/>
          <a:p>
            <a:r>
              <a:rPr lang="en-US" dirty="0"/>
              <a:t>1 </a:t>
            </a:r>
            <a:r>
              <a:rPr lang="en-US" u="sng" dirty="0"/>
              <a:t>Capable of inserting images, structured documents, animations, and transitions in slides.</a:t>
            </a:r>
          </a:p>
          <a:p>
            <a:r>
              <a:rPr lang="en-US" dirty="0"/>
              <a:t>2 It has a variety of templates located at the right sidebar.</a:t>
            </a:r>
          </a:p>
          <a:p>
            <a:r>
              <a:rPr lang="en-US" dirty="0"/>
              <a:t>3 </a:t>
            </a:r>
            <a:r>
              <a:rPr lang="en-US" u="sng" dirty="0"/>
              <a:t>Create, arrange and customize, apply animation to your slides.</a:t>
            </a:r>
          </a:p>
          <a:p>
            <a:r>
              <a:rPr lang="en-US" dirty="0"/>
              <a:t>4  Share, add comments, replies to files. Currently, we can share via Gmail, Twitter, and Facebook.</a:t>
            </a:r>
          </a:p>
          <a:p>
            <a:r>
              <a:rPr lang="en-US" dirty="0"/>
              <a:t>5  </a:t>
            </a:r>
            <a:r>
              <a:rPr lang="en-US" u="sng" dirty="0"/>
              <a:t>It also has features of chatting with people directly.</a:t>
            </a:r>
          </a:p>
          <a:p>
            <a:r>
              <a:rPr lang="en-US" dirty="0"/>
              <a:t>6  Can print and download files in various formats.</a:t>
            </a:r>
          </a:p>
          <a:p>
            <a:r>
              <a:rPr lang="en-US" dirty="0"/>
              <a:t>7  Google Slides can access your calendar, notes, and tasks.</a:t>
            </a:r>
          </a:p>
          <a:p>
            <a:r>
              <a:rPr lang="en-US" dirty="0"/>
              <a:t>8  </a:t>
            </a:r>
            <a:r>
              <a:rPr lang="en-US" u="sng" dirty="0"/>
              <a:t>Slides get automatically saved in google drive so no problem with your slides files even if your system crashes.</a:t>
            </a:r>
          </a:p>
          <a:p>
            <a:r>
              <a:rPr lang="en-US" dirty="0"/>
              <a:t>9  </a:t>
            </a:r>
            <a:r>
              <a:rPr lang="en-US" u="sng" dirty="0"/>
              <a:t>Supported file types: .ppt, .pptx, .</a:t>
            </a:r>
            <a:r>
              <a:rPr lang="en-US" u="sng" dirty="0" err="1"/>
              <a:t>pptm</a:t>
            </a:r>
            <a:r>
              <a:rPr lang="en-US" u="sng" dirty="0"/>
              <a:t>, .</a:t>
            </a:r>
            <a:r>
              <a:rPr lang="en-US" u="sng" dirty="0" err="1"/>
              <a:t>pps</a:t>
            </a:r>
            <a:r>
              <a:rPr lang="en-US" u="sng" dirty="0"/>
              <a:t>, .</a:t>
            </a:r>
            <a:r>
              <a:rPr lang="en-US" u="sng" dirty="0" err="1"/>
              <a:t>ppsx</a:t>
            </a:r>
            <a:r>
              <a:rPr lang="en-US" u="sng" dirty="0"/>
              <a:t>, .</a:t>
            </a:r>
            <a:r>
              <a:rPr lang="en-US" u="sng" dirty="0" err="1"/>
              <a:t>ppsm</a:t>
            </a:r>
            <a:r>
              <a:rPr lang="en-US" u="sng" dirty="0"/>
              <a:t>, .pot, .</a:t>
            </a:r>
            <a:r>
              <a:rPr lang="en-US" u="sng" dirty="0" err="1"/>
              <a:t>potx</a:t>
            </a:r>
            <a:r>
              <a:rPr lang="en-US" u="sng" dirty="0"/>
              <a:t>, .</a:t>
            </a:r>
            <a:r>
              <a:rPr lang="en-US" u="sng" dirty="0" err="1"/>
              <a:t>potm</a:t>
            </a:r>
            <a:r>
              <a:rPr lang="en-US" u="sng" dirty="0"/>
              <a:t>.</a:t>
            </a:r>
          </a:p>
          <a:p>
            <a:r>
              <a:rPr lang="en-US" dirty="0"/>
              <a:t>10   Compatible with Microsoft </a:t>
            </a:r>
            <a:r>
              <a:rPr lang="en-US" dirty="0" err="1"/>
              <a:t>Powerpoint</a:t>
            </a:r>
            <a:r>
              <a:rPr lang="en-US" dirty="0"/>
              <a:t>: We can save this file in ppt format and then open the same ppt files in         </a:t>
            </a:r>
          </a:p>
          <a:p>
            <a:r>
              <a:rPr lang="en-US" dirty="0"/>
              <a:t>      windows </a:t>
            </a:r>
            <a:r>
              <a:rPr lang="en-US" dirty="0" err="1"/>
              <a:t>powerpoint</a:t>
            </a:r>
            <a:r>
              <a:rPr lang="en-US" dirty="0"/>
              <a:t>. So, we can say google slides are compatible with windows </a:t>
            </a:r>
            <a:r>
              <a:rPr lang="en-US" dirty="0" err="1"/>
              <a:t>powerpoint</a:t>
            </a:r>
            <a:r>
              <a:rPr lang="en-US" dirty="0"/>
              <a:t>.</a:t>
            </a:r>
          </a:p>
          <a:p>
            <a:endParaRPr lang="en-US" dirty="0"/>
          </a:p>
        </p:txBody>
      </p:sp>
    </p:spTree>
    <p:extLst>
      <p:ext uri="{BB962C8B-B14F-4D97-AF65-F5344CB8AC3E}">
        <p14:creationId xmlns:p14="http://schemas.microsoft.com/office/powerpoint/2010/main" val="36538710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6C5022-8FEB-4E8D-ACE4-E811AD36C1A7}"/>
              </a:ext>
            </a:extLst>
          </p:cNvPr>
          <p:cNvSpPr>
            <a:spLocks noGrp="1"/>
          </p:cNvSpPr>
          <p:nvPr>
            <p:ph type="title"/>
          </p:nvPr>
        </p:nvSpPr>
        <p:spPr/>
        <p:txBody>
          <a:bodyPr/>
          <a:lstStyle/>
          <a:p>
            <a:pPr algn="ctr"/>
            <a:r>
              <a:rPr lang="en-US" dirty="0"/>
              <a:t>Thank you </a:t>
            </a:r>
            <a:r>
              <a:rPr lang="en-US" dirty="0">
                <a:sym typeface="Wingdings" panose="05000000000000000000" pitchFamily="2" charset="2"/>
              </a:rPr>
              <a:t> </a:t>
            </a:r>
            <a:endParaRPr lang="en-US" dirty="0"/>
          </a:p>
        </p:txBody>
      </p:sp>
    </p:spTree>
    <p:extLst>
      <p:ext uri="{BB962C8B-B14F-4D97-AF65-F5344CB8AC3E}">
        <p14:creationId xmlns:p14="http://schemas.microsoft.com/office/powerpoint/2010/main" val="42013731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73</TotalTime>
  <Words>213</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Google Sans Text</vt:lpstr>
      <vt:lpstr>Trebuchet MS</vt:lpstr>
      <vt:lpstr>Berlin</vt:lpstr>
      <vt:lpstr>Google Slides</vt:lpstr>
      <vt:lpstr>Key points-</vt:lpstr>
      <vt:lpstr>1) Introduction </vt:lpstr>
      <vt:lpstr>2) Working </vt:lpstr>
      <vt:lpstr>3) Use</vt:lpstr>
      <vt:lpstr>4) Features</vt:lpstr>
      <vt:lpstr>5) Additional Features </vt:lpstr>
      <vt:lpstr>Thank you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Slides</dc:title>
  <dc:creator> </dc:creator>
  <cp:lastModifiedBy> </cp:lastModifiedBy>
  <cp:revision>10</cp:revision>
  <dcterms:created xsi:type="dcterms:W3CDTF">2022-03-07T17:16:17Z</dcterms:created>
  <dcterms:modified xsi:type="dcterms:W3CDTF">2022-03-07T18:30:48Z</dcterms:modified>
</cp:coreProperties>
</file>